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0C6C3-1661-24C1-8AC8-F34922437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59A7E-A19A-53C9-AB69-67344340B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AFC5A-C14A-D66A-1257-8FC3AE853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A547-18FB-40C3-837E-E95D4D1C047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E81CD-3912-5B8A-B2D0-E5B741E62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A85B0-805A-F45B-71AE-9103CB61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C629E-F0B7-4CBF-9B80-8E92CF15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729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EEC3-7F75-F99E-9CEB-09DDD196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3CFCC-6D60-ECEE-480B-2E90417B0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73181-EEEE-66C4-9C95-15CC6CFF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A547-18FB-40C3-837E-E95D4D1C047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4E427-ADCF-FC41-A2EE-62E8378C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2B0D1-5CC4-6898-9107-450234CCC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C629E-F0B7-4CBF-9B80-8E92CF15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915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F5EC6-A06B-89F1-4518-EB75013A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598F-5FA2-C582-DBEA-66709457B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3DC96-40CA-95FB-EAFC-C9440A798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A547-18FB-40C3-837E-E95D4D1C047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90C97-EFFF-9AC2-DF22-8A89E955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BBE76-B79E-769C-ADD0-C53664BD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C629E-F0B7-4CBF-9B80-8E92CF15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083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35F7-428D-3B54-A4F0-95D53912E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4022-26C1-3954-BCF8-D1021EEDA3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A5A90-8663-67E3-276C-A34AD6C24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916A5-1A1F-7437-8F8B-9C506E683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A547-18FB-40C3-837E-E95D4D1C047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17C71-1917-F131-2F56-0D300AA97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887C7-CA16-F68D-25BE-03ADD8793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C629E-F0B7-4CBF-9B80-8E92CF15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267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05D80-4758-CF86-FED0-C915A8316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6DFAC-6947-71BC-2E43-E6E8A676A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082D2-D9EB-C342-114B-8E0AC52A3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55578B-5CD5-C4CF-E5CF-E86476D21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599813-F00F-246D-1C34-718562E473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2A2AC7-E5FF-0E07-DF39-88F07277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A547-18FB-40C3-837E-E95D4D1C047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9DF07-C8FE-B5D4-F9A6-5E0A5789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902035-7092-DB8B-8F7E-C9E72ED6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C629E-F0B7-4CBF-9B80-8E92CF15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30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F4A0-2601-A20C-87E4-B7DF6975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3FAEFC-9524-DB4E-9B51-A1598B6CC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A547-18FB-40C3-837E-E95D4D1C047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DF598-8702-9385-F6A8-427E57857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0B91B-5EC9-FEC3-3CBE-8AAD28B7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C629E-F0B7-4CBF-9B80-8E92CF15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A4BEF-5AC3-74D1-5459-1585579A8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A547-18FB-40C3-837E-E95D4D1C047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E6FD77-A9BB-08D2-506D-D6A71E8CE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B7CE3-5BFE-39F7-4413-6E8C718BF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C629E-F0B7-4CBF-9B80-8E92CF15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02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2C29F-2581-C9DA-E350-012C8CE5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83BAF-54B0-C9D0-20D9-C46700247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C9803-683F-0644-3D81-6A019CC50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6FAD4-3A72-742F-EEF0-A5FC2794C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A547-18FB-40C3-837E-E95D4D1C047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56EAF-ADFA-EE32-C614-99F5E2B8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0B506-ECFB-9769-BEF3-F2A3B4AE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C629E-F0B7-4CBF-9B80-8E92CF15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68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38FD-97F4-B608-9A2B-00193F4C8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B8801-29DC-A33A-41EF-27486CD2B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4B3DC-B364-6E6A-8B0D-0C3C60DA2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94C8F-58CE-E044-FC30-90918DA00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A547-18FB-40C3-837E-E95D4D1C047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1B2B4-9E08-E6D6-F9C0-684BF634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88B5F-3AC5-31ED-8002-9F02E616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C629E-F0B7-4CBF-9B80-8E92CF15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78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0E0C-FB9F-0729-FBC1-9E5C31B3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A21330-DB55-969B-266E-F2E38F822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50A71-1D71-8321-AE23-0CA57E58E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A547-18FB-40C3-837E-E95D4D1C047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58363-8F62-AD8A-12CB-AA019439D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AEDC0-E2D6-8701-87F7-2CE63F00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C629E-F0B7-4CBF-9B80-8E92CF15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900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81100-6241-7C07-2209-F8ADA5B54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86CD8-D9B6-AB01-8189-3CF246574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B21D1-8AF5-1094-A20D-BBA33668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A547-18FB-40C3-837E-E95D4D1C047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50714-316A-22B5-FEC8-CA8ED0E19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FEC22-FA0E-BEF6-524D-EE765ED8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C629E-F0B7-4CBF-9B80-8E92CF15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76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399952-5F42-4890-6175-734AFB0F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0F7D2-033B-D9DA-4E34-F6F8DE429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B9B43-436B-6529-CEC4-2D015EC28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8A547-18FB-40C3-837E-E95D4D1C047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6DCEC-4FE2-D563-4C20-75A853657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8B05E-2B7B-CD92-39E7-92C524F6C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C629E-F0B7-4CBF-9B80-8E92CF15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93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49990A-63CA-CF99-6858-409667EACE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073" y="0"/>
            <a:ext cx="7587854" cy="50585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B007F8-376A-C1DF-C878-F0ED493BE858}"/>
              </a:ext>
            </a:extLst>
          </p:cNvPr>
          <p:cNvSpPr txBox="1"/>
          <p:nvPr/>
        </p:nvSpPr>
        <p:spPr>
          <a:xfrm>
            <a:off x="2944585" y="4702628"/>
            <a:ext cx="630282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700" b="1" dirty="0"/>
              <a:t>Myntra Fashion E-Commerce Dataset</a:t>
            </a:r>
            <a:endParaRPr lang="en-IN" sz="2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20BCE-A167-A54F-C905-B73FF132FA98}"/>
              </a:ext>
            </a:extLst>
          </p:cNvPr>
          <p:cNvSpPr txBox="1"/>
          <p:nvPr/>
        </p:nvSpPr>
        <p:spPr>
          <a:xfrm>
            <a:off x="3864429" y="5290457"/>
            <a:ext cx="51162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Presented By: Aniket Vaman Walunj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018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3FC4-4434-D5C4-F33C-C015B33F2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DD2BA-9FF7-D447-BAC1-95F57F178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builds an interactive analytics and forecasting platform for e-commerce pricing decisions.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developed using the Myntra fashion dataset.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system uses machine learning and time-series forecasting models.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goal is to help businesses optimize prices and increase profit.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also supports demand prediction and seasonal planning.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75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375FE-280B-3B39-4E23-E7148F59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Business Problem &amp; 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4ED11-FA86-641D-7647-96586FAF6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Business Problems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E-commerce companies struggle to set competitive prices while maintaining profit margins.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Seasonal demand variations make inventory planning difficult.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Competitor pricing changes frequently and must be monitored continuously.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Decisions are often based on intuition instead of data.</a:t>
            </a:r>
          </a:p>
        </p:txBody>
      </p:sp>
    </p:spTree>
    <p:extLst>
      <p:ext uri="{BB962C8B-B14F-4D97-AF65-F5344CB8AC3E}">
        <p14:creationId xmlns:p14="http://schemas.microsoft.com/office/powerpoint/2010/main" val="3855348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75B64-29CD-A8C3-8FC0-C9B96654F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Created a data-driven dashboard that analyzes historical sales data.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system predicts demand for different pricing scenarios.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forecasts future sales trends using time-series models.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provides insights for revenue and profit optimization.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7296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2E8B2-3FF5-1D7F-D68A-28AD94BA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Dataset &amp;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1A5F9-0469-AB9A-3C94-8B4FB86BE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Dataset Description</a:t>
            </a:r>
          </a:p>
          <a:p>
            <a:pPr algn="just">
              <a:lnSpc>
                <a:spcPct val="1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Myntra fashion dataset contains product details, prices, discounts, sales, and dates.</a:t>
            </a:r>
          </a:p>
          <a:p>
            <a:pPr algn="just">
              <a:lnSpc>
                <a:spcPct val="1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It includes information about inventory levels and competitor prices.</a:t>
            </a:r>
          </a:p>
          <a:p>
            <a:pPr algn="just">
              <a:lnSpc>
                <a:spcPct val="1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Revenue and profit values are calculated from price and units sold.</a:t>
            </a:r>
          </a:p>
          <a:p>
            <a:pPr algn="just">
              <a:lnSpc>
                <a:spcPct val="10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data spans multiple years and supports seasonal analysis.</a:t>
            </a:r>
          </a:p>
          <a:p>
            <a:pPr algn="just">
              <a:lnSpc>
                <a:spcPct val="100000"/>
              </a:lnSpc>
            </a:pPr>
            <a:endParaRPr lang="en-IN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673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3135E-F004-BE65-B070-4C7E0753D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Technology Used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application is built using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the user interface.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Pandas and NumPy are used for data processing.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Scikit-learn is used for machine learning models.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ARIMA and SARIMA models are used for forecasting.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886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EA2D6-182F-E5E5-C906-6D9023B23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Features of the Application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5C8EB3-475F-66B4-36EE-61588026C6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4635"/>
            <a:ext cx="1035231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displays revenue, units sold, and pricing trends over time.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shows seasonal and weekly demand patterns through visual charts.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demand prediction page estimates future sales based on price and discount inputs.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forecasting module predicts demand for the next 7 to 90 days.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download filtered data and forecast results for further analysis.</a:t>
            </a:r>
          </a:p>
        </p:txBody>
      </p:sp>
    </p:spTree>
    <p:extLst>
      <p:ext uri="{BB962C8B-B14F-4D97-AF65-F5344CB8AC3E}">
        <p14:creationId xmlns:p14="http://schemas.microsoft.com/office/powerpoint/2010/main" val="2885054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629C-81F7-55FD-3E5D-9E9C4C0A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Business 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96EE9-ABB4-8B6D-2C73-B26141AD6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Demand is higher during festive and winter seasons compared to other periods.</a:t>
            </a:r>
          </a:p>
          <a:p>
            <a:pPr algn="just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Discounts increase sales volume but can reduce profit margins.</a:t>
            </a:r>
          </a:p>
          <a:p>
            <a:pPr algn="just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Competitor pricing has a strong influence on customer demand.</a:t>
            </a:r>
          </a:p>
          <a:p>
            <a:pPr algn="just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Weekend sales are generally higher than weekday sales.</a:t>
            </a:r>
          </a:p>
          <a:p>
            <a:pPr algn="just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Inventory shortages lead to lost revenue opportunities.</a:t>
            </a:r>
          </a:p>
          <a:p>
            <a:pPr algn="just"/>
            <a:endParaRPr lang="en-IN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301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2F9F4-499A-2988-16E9-C96F60D01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Companies should apply seasonal pricing strategies based on demand patterns.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Inventory planning should rely on forecasted sales.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Discount levels should change depending on stock availability.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Prices should be adjusted regularly by monitoring competitors.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560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4CE7D-E6A8-85B9-B50A-A24233952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Conclusion &amp; 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8996BD-93F6-0DBF-58A0-CFF1E98D30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354690"/>
            <a:ext cx="1035231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demonstrates how analytics can improve pricing decisions in e-commerce.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reliable demand predictions and revenue insights.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supports strategic planning and scenario analysis.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 includes deep-learning models and automated pricing systems.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 integration and A/B testing will improve performance further.</a:t>
            </a:r>
          </a:p>
        </p:txBody>
      </p:sp>
    </p:spTree>
    <p:extLst>
      <p:ext uri="{BB962C8B-B14F-4D97-AF65-F5344CB8AC3E}">
        <p14:creationId xmlns:p14="http://schemas.microsoft.com/office/powerpoint/2010/main" val="2917218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D4DAC-F2C7-8AD9-E08E-0DBDA1BD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5315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000" b="1" dirty="0"/>
              <a:t>Thank You!</a:t>
            </a:r>
            <a:endParaRPr lang="en-IN" sz="7000" b="1" dirty="0"/>
          </a:p>
        </p:txBody>
      </p:sp>
    </p:spTree>
    <p:extLst>
      <p:ext uri="{BB962C8B-B14F-4D97-AF65-F5344CB8AC3E}">
        <p14:creationId xmlns:p14="http://schemas.microsoft.com/office/powerpoint/2010/main" val="596716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466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Introduction </vt:lpstr>
      <vt:lpstr>Business Problem &amp; Proposed Solution</vt:lpstr>
      <vt:lpstr>PowerPoint Presentation</vt:lpstr>
      <vt:lpstr>Dataset &amp; System Architecture</vt:lpstr>
      <vt:lpstr>PowerPoint Presentation</vt:lpstr>
      <vt:lpstr>Key Features of the Application</vt:lpstr>
      <vt:lpstr>Business Insights &amp; Recommendations</vt:lpstr>
      <vt:lpstr>PowerPoint Presentation</vt:lpstr>
      <vt:lpstr>Conclusion &amp; Future Enhancements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Aniket Walunj</dc:creator>
  <cp:lastModifiedBy>Aniket Walunj</cp:lastModifiedBy>
  <cp:revision>5</cp:revision>
  <dcterms:created xsi:type="dcterms:W3CDTF">2026-02-02T11:13:01Z</dcterms:created>
  <dcterms:modified xsi:type="dcterms:W3CDTF">2026-02-06T09:50:12Z</dcterms:modified>
</cp:coreProperties>
</file>